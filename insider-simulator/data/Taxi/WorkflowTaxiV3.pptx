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USEPPE PAPUZZO" initials="GP" lastIdx="1" clrIdx="0">
    <p:extLst>
      <p:ext uri="{19B8F6BF-5375-455C-9EA6-DF929625EA0E}">
        <p15:presenceInfo xmlns:p15="http://schemas.microsoft.com/office/powerpoint/2012/main" userId="S::giuseppe.papuzzo@cnr.it::9634de95-93ed-46d7-bda8-80b596dd89f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1" autoAdjust="0"/>
    <p:restoredTop sz="94660"/>
  </p:normalViewPr>
  <p:slideViewPr>
    <p:cSldViewPr snapToGrid="0">
      <p:cViewPr varScale="1">
        <p:scale>
          <a:sx n="81" d="100"/>
          <a:sy n="81" d="100"/>
        </p:scale>
        <p:origin x="9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C75163-4C67-4577-AA3A-6C9823EC1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AA1F0D4-7D27-468F-96ED-8BDA2D22B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A91EB09-8DA9-4416-892A-00F4621A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C733-889B-4922-9EB1-B74C3C00EAF9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62D00A-9ACB-4D21-975E-C82F7182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6CF00D-C5DB-4B98-B533-1DCA6A2E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811D-C839-4663-9335-EFD555D932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5547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A2279A-5379-4185-84D4-CB534373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2E1FAA-3609-4AEF-8D85-30D946A9D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AC640A-61C6-444A-878A-F639906B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C733-889B-4922-9EB1-B74C3C00EAF9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455D72-253D-40E6-9F5E-B0807E6A1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5411CA-5F28-4D8B-88C7-9A527C14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811D-C839-4663-9335-EFD555D932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680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D10B8-E0AE-4F0D-9E8E-B046FF3FB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E1A0BC2-D3EA-44D3-8F91-3A64A20C7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E6FAFB3-C685-4D98-8391-EDF2F46C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C733-889B-4922-9EB1-B74C3C00EAF9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99A11F-AEB7-4878-BD16-B849DF17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BEA9BD-ED33-4078-9F87-B389EB49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811D-C839-4663-9335-EFD555D932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4276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73E53F-10AE-4521-892B-8600EFF4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8F7074-A5E3-43FB-8BEB-C7E91C752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87B55C7-9434-48CC-84DF-3D5234A27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05D7F3-13D0-45A7-8438-4B75C1E7B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C733-889B-4922-9EB1-B74C3C00EAF9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B6FA424-B94C-4E1F-A609-B5F8E781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B04FE1B-9E53-4CB2-8246-6D7ABCA90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811D-C839-4663-9335-EFD555D932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0849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EDE25B-84C5-4F62-81A5-473CCD741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236F23-CAC1-44CB-B46F-AAAAD12E1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14564C0-4AD0-4867-AB7B-BEDE56524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1B90669-D4CB-4F8E-996C-611718466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E519D20-989D-496F-AE61-CE82E7F6B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5A8A33E-4EF2-4FB1-8F85-5CA2BDCF1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C733-889B-4922-9EB1-B74C3C00EAF9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E5CFBDB-7427-4322-BC31-E514BF6A8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3879F16-2931-472C-B6F3-2E60B5E0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811D-C839-4663-9335-EFD555D932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138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11A3CA-3ADD-4B42-88B9-BBA2ADE17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0D2FED7-39D6-49ED-93C1-C8083B4A8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C733-889B-4922-9EB1-B74C3C00EAF9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F0EE4F1-5171-4038-8A1C-F87863253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89C41F4-25A9-4F15-ACA2-516BCC5E6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811D-C839-4663-9335-EFD555D932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701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CC5DB47-F18E-4CCF-B25A-6C30F4F6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C733-889B-4922-9EB1-B74C3C00EAF9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9AAE09B-233C-43B0-BCAE-3A9D0AC8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908A8BF-E4C5-4D29-9715-E83A1B92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811D-C839-4663-9335-EFD555D932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0757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4A1CC1-BE5D-4D88-A50C-D3220AFA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5CEB8B-55BE-4D3A-9153-E71CB2EEB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1AD959-EFC1-4DC9-8D34-50BE9F4A2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01A8DB9-E431-4796-876F-E30EFF9D9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C733-889B-4922-9EB1-B74C3C00EAF9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F51029-C175-486C-93B0-F4F708D2B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94B801B-5134-4F63-9484-6B49D88B1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811D-C839-4663-9335-EFD555D932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67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3B28B8-EF81-4022-A94E-C1469EA14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4A6F010-F4C5-45E1-8A21-8548AE5C7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FB7F084-5085-4507-914D-0B7FC86DB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C982E24-6155-42F0-AA4C-A5E04DAE7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C733-889B-4922-9EB1-B74C3C00EAF9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778C31-19F2-43E6-AACD-B2C89FBEE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B608DA-96BD-4CA8-AFDD-410FA553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811D-C839-4663-9335-EFD555D932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424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65E2E2-9AF7-44E0-A239-BA618B0E8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D0EA8AC-A94C-4E30-810A-F58BCDC5E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250C45-2699-4FCD-B5B8-F062A75DA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C733-889B-4922-9EB1-B74C3C00EAF9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014225-5EE2-4471-8E15-6BA45A0C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0AD8A9-9EE4-4499-ACF3-5D1977DF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811D-C839-4663-9335-EFD555D932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551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9A447BE-D387-426D-B57D-EBB017373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3FCCC6D-F29E-4BFC-A734-3E445E8D0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A282E5-BF64-44B0-B490-4100288B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C733-889B-4922-9EB1-B74C3C00EAF9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7ABAE4-B5F0-4B4A-921E-6802D78D9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4A998B-BF75-41DC-8A90-B9DC5D68D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D811D-C839-4663-9335-EFD555D932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9781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6333FD4-5690-47D7-9DB5-E66D1AF0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5FE071-4EC9-45C1-B0E7-F23771DE7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E68D4FF-87D0-47DD-A71E-95F9E0508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8C733-889B-4922-9EB1-B74C3C00EAF9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D75F79-A211-4084-BAFF-D126364F9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B2E187-A20F-4542-826D-5ACDCAAA2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D811D-C839-4663-9335-EFD555D932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8641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03276AE5-BEEA-423B-9727-F21A92FD094C}"/>
              </a:ext>
            </a:extLst>
          </p:cNvPr>
          <p:cNvSpPr/>
          <p:nvPr/>
        </p:nvSpPr>
        <p:spPr>
          <a:xfrm>
            <a:off x="711725" y="1977271"/>
            <a:ext cx="425619" cy="407271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52EEC478-DA30-4AD9-A61D-EF4D25F275F2}"/>
              </a:ext>
            </a:extLst>
          </p:cNvPr>
          <p:cNvSpPr/>
          <p:nvPr/>
        </p:nvSpPr>
        <p:spPr>
          <a:xfrm>
            <a:off x="5339174" y="3782922"/>
            <a:ext cx="425619" cy="40727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C0197A26-13C7-4F0F-B544-D3F679C64056}"/>
              </a:ext>
            </a:extLst>
          </p:cNvPr>
          <p:cNvSpPr/>
          <p:nvPr/>
        </p:nvSpPr>
        <p:spPr>
          <a:xfrm>
            <a:off x="1594617" y="1977271"/>
            <a:ext cx="425619" cy="40727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3C8E0CE-09C6-4852-B374-F6D6D2B1AABF}"/>
              </a:ext>
            </a:extLst>
          </p:cNvPr>
          <p:cNvSpPr txBox="1"/>
          <p:nvPr/>
        </p:nvSpPr>
        <p:spPr>
          <a:xfrm>
            <a:off x="1455348" y="1484635"/>
            <a:ext cx="8122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Passenger</a:t>
            </a:r>
          </a:p>
          <a:p>
            <a:pPr algn="ctr"/>
            <a:r>
              <a:rPr lang="en-US" sz="1100" dirty="0"/>
              <a:t>Request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287172A-3279-4524-847A-C44CBBDA5AA6}"/>
              </a:ext>
            </a:extLst>
          </p:cNvPr>
          <p:cNvSpPr txBox="1"/>
          <p:nvPr/>
        </p:nvSpPr>
        <p:spPr>
          <a:xfrm>
            <a:off x="711725" y="1669494"/>
            <a:ext cx="602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Source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C2EC16F-0591-4B8A-A153-2AD7971E40D6}"/>
              </a:ext>
            </a:extLst>
          </p:cNvPr>
          <p:cNvSpPr txBox="1"/>
          <p:nvPr/>
        </p:nvSpPr>
        <p:spPr>
          <a:xfrm>
            <a:off x="5018865" y="1503479"/>
            <a:ext cx="9113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Passenger</a:t>
            </a:r>
          </a:p>
          <a:p>
            <a:pPr algn="ctr"/>
            <a:r>
              <a:rPr lang="en-US" sz="1100" dirty="0"/>
              <a:t>Notification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567DDA8-BFB4-46BE-BBFF-CD9635DEC8A3}"/>
              </a:ext>
            </a:extLst>
          </p:cNvPr>
          <p:cNvSpPr txBox="1"/>
          <p:nvPr/>
        </p:nvSpPr>
        <p:spPr>
          <a:xfrm>
            <a:off x="913511" y="2663435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Publish Subscribe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886F95AC-876C-49F5-AB7B-A93E41040150}"/>
              </a:ext>
            </a:extLst>
          </p:cNvPr>
          <p:cNvSpPr/>
          <p:nvPr/>
        </p:nvSpPr>
        <p:spPr>
          <a:xfrm>
            <a:off x="3398591" y="1952898"/>
            <a:ext cx="425619" cy="40727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2B8F1D0F-35B9-4CF6-8DF9-6899863773B4}"/>
              </a:ext>
            </a:extLst>
          </p:cNvPr>
          <p:cNvSpPr/>
          <p:nvPr/>
        </p:nvSpPr>
        <p:spPr>
          <a:xfrm>
            <a:off x="5308810" y="1951781"/>
            <a:ext cx="425619" cy="40727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6165429E-7DDB-4148-BEF1-EACFB9B93C65}"/>
              </a:ext>
            </a:extLst>
          </p:cNvPr>
          <p:cNvSpPr/>
          <p:nvPr/>
        </p:nvSpPr>
        <p:spPr>
          <a:xfrm>
            <a:off x="7322847" y="1951781"/>
            <a:ext cx="425619" cy="40727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B25A7F88-988C-4AF4-8BFE-849A457270A0}"/>
              </a:ext>
            </a:extLst>
          </p:cNvPr>
          <p:cNvSpPr/>
          <p:nvPr/>
        </p:nvSpPr>
        <p:spPr>
          <a:xfrm>
            <a:off x="8978618" y="1947120"/>
            <a:ext cx="425619" cy="40727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BBA5DB3A-D2F8-4EF8-9C9F-7E9C18E40E4E}"/>
              </a:ext>
            </a:extLst>
          </p:cNvPr>
          <p:cNvSpPr/>
          <p:nvPr/>
        </p:nvSpPr>
        <p:spPr>
          <a:xfrm>
            <a:off x="10972429" y="1931104"/>
            <a:ext cx="425619" cy="407271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472C6346-18AC-4551-B408-FECEDC91021E}"/>
              </a:ext>
            </a:extLst>
          </p:cNvPr>
          <p:cNvSpPr txBox="1"/>
          <p:nvPr/>
        </p:nvSpPr>
        <p:spPr>
          <a:xfrm>
            <a:off x="10855813" y="1595285"/>
            <a:ext cx="720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Collector</a:t>
            </a:r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2B78B4C7-7008-48C9-8693-BBB2965EDD8C}"/>
              </a:ext>
            </a:extLst>
          </p:cNvPr>
          <p:cNvSpPr/>
          <p:nvPr/>
        </p:nvSpPr>
        <p:spPr>
          <a:xfrm>
            <a:off x="9020549" y="4011099"/>
            <a:ext cx="425619" cy="40727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AF135CEF-9C19-4B5C-948F-F6DE4FC9DDAA}"/>
              </a:ext>
            </a:extLst>
          </p:cNvPr>
          <p:cNvSpPr txBox="1"/>
          <p:nvPr/>
        </p:nvSpPr>
        <p:spPr>
          <a:xfrm>
            <a:off x="8711277" y="3602955"/>
            <a:ext cx="10441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Economic data </a:t>
            </a:r>
          </a:p>
          <a:p>
            <a:pPr algn="ctr"/>
            <a:r>
              <a:rPr lang="en-US" sz="1100" dirty="0"/>
              <a:t>Storage</a:t>
            </a: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A94FD2EF-A0C0-4859-ACAD-FA332B7D75F6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1137344" y="2180907"/>
            <a:ext cx="4572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C2C99E96-43EA-4DF4-A3ED-3571E137BC77}"/>
              </a:ext>
            </a:extLst>
          </p:cNvPr>
          <p:cNvCxnSpPr>
            <a:cxnSpLocks/>
            <a:stCxn id="7" idx="6"/>
            <a:endCxn id="16" idx="2"/>
          </p:cNvCxnSpPr>
          <p:nvPr/>
        </p:nvCxnSpPr>
        <p:spPr>
          <a:xfrm flipV="1">
            <a:off x="2020236" y="2156534"/>
            <a:ext cx="1378355" cy="24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83E039C9-D3B3-473B-BBEF-ADAF90BF5624}"/>
              </a:ext>
            </a:extLst>
          </p:cNvPr>
          <p:cNvCxnSpPr>
            <a:stCxn id="16" idx="6"/>
            <a:endCxn id="18" idx="2"/>
          </p:cNvCxnSpPr>
          <p:nvPr/>
        </p:nvCxnSpPr>
        <p:spPr>
          <a:xfrm flipV="1">
            <a:off x="3824210" y="2155417"/>
            <a:ext cx="1484600" cy="1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C7767A57-158E-4EF8-B5CD-6F75819744CF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>
            <a:off x="5734429" y="2155417"/>
            <a:ext cx="15884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95924BFE-F445-4C0A-98D3-B8D7FA3DF543}"/>
              </a:ext>
            </a:extLst>
          </p:cNvPr>
          <p:cNvCxnSpPr>
            <a:cxnSpLocks/>
            <a:stCxn id="20" idx="6"/>
            <a:endCxn id="22" idx="2"/>
          </p:cNvCxnSpPr>
          <p:nvPr/>
        </p:nvCxnSpPr>
        <p:spPr>
          <a:xfrm flipV="1">
            <a:off x="7748466" y="2150756"/>
            <a:ext cx="1230152" cy="4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B4680AA7-8D51-4E68-8165-89944C5D4C5C}"/>
              </a:ext>
            </a:extLst>
          </p:cNvPr>
          <p:cNvCxnSpPr>
            <a:cxnSpLocks/>
            <a:stCxn id="22" idx="4"/>
            <a:endCxn id="136" idx="0"/>
          </p:cNvCxnSpPr>
          <p:nvPr/>
        </p:nvCxnSpPr>
        <p:spPr>
          <a:xfrm flipH="1">
            <a:off x="7515432" y="2354391"/>
            <a:ext cx="1675996" cy="690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B8A467B4-194A-4743-AB92-28D1C83C6DD0}"/>
              </a:ext>
            </a:extLst>
          </p:cNvPr>
          <p:cNvCxnSpPr>
            <a:cxnSpLocks/>
            <a:stCxn id="60" idx="4"/>
            <a:endCxn id="72" idx="0"/>
          </p:cNvCxnSpPr>
          <p:nvPr/>
        </p:nvCxnSpPr>
        <p:spPr>
          <a:xfrm flipH="1">
            <a:off x="1814095" y="3976358"/>
            <a:ext cx="11107" cy="549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e 50">
            <a:extLst>
              <a:ext uri="{FF2B5EF4-FFF2-40B4-BE49-F238E27FC236}">
                <a16:creationId xmlns:a16="http://schemas.microsoft.com/office/drawing/2014/main" id="{E12B09EF-9D17-43C3-9490-C672F2683B03}"/>
              </a:ext>
            </a:extLst>
          </p:cNvPr>
          <p:cNvSpPr/>
          <p:nvPr/>
        </p:nvSpPr>
        <p:spPr>
          <a:xfrm>
            <a:off x="1607953" y="2699648"/>
            <a:ext cx="425619" cy="40727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53" name="Ovale 52">
            <a:extLst>
              <a:ext uri="{FF2B5EF4-FFF2-40B4-BE49-F238E27FC236}">
                <a16:creationId xmlns:a16="http://schemas.microsoft.com/office/drawing/2014/main" id="{C2023510-F6EA-4CF6-B26C-0C8B299A89D6}"/>
              </a:ext>
            </a:extLst>
          </p:cNvPr>
          <p:cNvSpPr/>
          <p:nvPr/>
        </p:nvSpPr>
        <p:spPr>
          <a:xfrm>
            <a:off x="2549156" y="3899416"/>
            <a:ext cx="425619" cy="40727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42318ABE-638E-4E93-9B29-F209AEF4B7DC}"/>
              </a:ext>
            </a:extLst>
          </p:cNvPr>
          <p:cNvCxnSpPr>
            <a:cxnSpLocks/>
            <a:stCxn id="7" idx="4"/>
            <a:endCxn id="51" idx="0"/>
          </p:cNvCxnSpPr>
          <p:nvPr/>
        </p:nvCxnSpPr>
        <p:spPr>
          <a:xfrm>
            <a:off x="1807427" y="2384542"/>
            <a:ext cx="13336" cy="315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EFC51B3E-B0FD-45B3-B618-C8FC8364937B}"/>
              </a:ext>
            </a:extLst>
          </p:cNvPr>
          <p:cNvSpPr txBox="1"/>
          <p:nvPr/>
        </p:nvSpPr>
        <p:spPr>
          <a:xfrm>
            <a:off x="3265655" y="1500217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Publish Subscribe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57A082DF-DC06-4713-8248-F3F043A31B8F}"/>
              </a:ext>
            </a:extLst>
          </p:cNvPr>
          <p:cNvSpPr txBox="1"/>
          <p:nvPr/>
        </p:nvSpPr>
        <p:spPr>
          <a:xfrm>
            <a:off x="2324664" y="3486543"/>
            <a:ext cx="8122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ML</a:t>
            </a:r>
          </a:p>
          <a:p>
            <a:pPr algn="ctr"/>
            <a:r>
              <a:rPr lang="en-US" sz="1100" dirty="0"/>
              <a:t>Prediction</a:t>
            </a:r>
          </a:p>
        </p:txBody>
      </p:sp>
      <p:sp>
        <p:nvSpPr>
          <p:cNvPr id="60" name="Ovale 59">
            <a:extLst>
              <a:ext uri="{FF2B5EF4-FFF2-40B4-BE49-F238E27FC236}">
                <a16:creationId xmlns:a16="http://schemas.microsoft.com/office/drawing/2014/main" id="{39CA3424-FD16-45FD-8B51-8655A66D6714}"/>
              </a:ext>
            </a:extLst>
          </p:cNvPr>
          <p:cNvSpPr/>
          <p:nvPr/>
        </p:nvSpPr>
        <p:spPr>
          <a:xfrm>
            <a:off x="1612392" y="3569087"/>
            <a:ext cx="425619" cy="40727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0C1B76D8-17D8-4653-9D09-5B81AAF241E1}"/>
              </a:ext>
            </a:extLst>
          </p:cNvPr>
          <p:cNvSpPr txBox="1"/>
          <p:nvPr/>
        </p:nvSpPr>
        <p:spPr>
          <a:xfrm>
            <a:off x="5517075" y="3999292"/>
            <a:ext cx="10441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Taxi Data</a:t>
            </a:r>
          </a:p>
          <a:p>
            <a:pPr algn="ctr"/>
            <a:r>
              <a:rPr lang="en-US" sz="1100" dirty="0"/>
              <a:t>Storage</a:t>
            </a:r>
          </a:p>
        </p:txBody>
      </p:sp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F4E06C76-AE8F-4AFF-A6C1-BFF70EC1179D}"/>
              </a:ext>
            </a:extLst>
          </p:cNvPr>
          <p:cNvCxnSpPr>
            <a:cxnSpLocks/>
            <a:stCxn id="51" idx="4"/>
            <a:endCxn id="60" idx="0"/>
          </p:cNvCxnSpPr>
          <p:nvPr/>
        </p:nvCxnSpPr>
        <p:spPr>
          <a:xfrm>
            <a:off x="1820763" y="3106919"/>
            <a:ext cx="4439" cy="46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73C1736B-4B5D-4625-8360-2786F5602507}"/>
              </a:ext>
            </a:extLst>
          </p:cNvPr>
          <p:cNvCxnSpPr>
            <a:cxnSpLocks/>
            <a:stCxn id="72" idx="7"/>
            <a:endCxn id="53" idx="3"/>
          </p:cNvCxnSpPr>
          <p:nvPr/>
        </p:nvCxnSpPr>
        <p:spPr>
          <a:xfrm flipV="1">
            <a:off x="1964574" y="4247044"/>
            <a:ext cx="646912" cy="338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2 66">
            <a:extLst>
              <a:ext uri="{FF2B5EF4-FFF2-40B4-BE49-F238E27FC236}">
                <a16:creationId xmlns:a16="http://schemas.microsoft.com/office/drawing/2014/main" id="{86DBE9C4-35E4-49C0-BAE3-A88C8BB06BD5}"/>
              </a:ext>
            </a:extLst>
          </p:cNvPr>
          <p:cNvCxnSpPr>
            <a:cxnSpLocks/>
            <a:stCxn id="53" idx="7"/>
            <a:endCxn id="79" idx="2"/>
          </p:cNvCxnSpPr>
          <p:nvPr/>
        </p:nvCxnSpPr>
        <p:spPr>
          <a:xfrm flipV="1">
            <a:off x="2912445" y="3534588"/>
            <a:ext cx="537038" cy="424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1BD208CC-2137-4208-AA44-156EB1042C5B}"/>
              </a:ext>
            </a:extLst>
          </p:cNvPr>
          <p:cNvCxnSpPr>
            <a:cxnSpLocks/>
            <a:stCxn id="79" idx="6"/>
            <a:endCxn id="80" idx="1"/>
          </p:cNvCxnSpPr>
          <p:nvPr/>
        </p:nvCxnSpPr>
        <p:spPr>
          <a:xfrm>
            <a:off x="3875102" y="3534588"/>
            <a:ext cx="500519" cy="441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6B3AE5F0-28E5-41D8-85DC-18160443BDD1}"/>
              </a:ext>
            </a:extLst>
          </p:cNvPr>
          <p:cNvCxnSpPr>
            <a:cxnSpLocks/>
            <a:stCxn id="80" idx="5"/>
          </p:cNvCxnSpPr>
          <p:nvPr/>
        </p:nvCxnSpPr>
        <p:spPr>
          <a:xfrm>
            <a:off x="4676580" y="4263615"/>
            <a:ext cx="818327" cy="500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e 71">
            <a:extLst>
              <a:ext uri="{FF2B5EF4-FFF2-40B4-BE49-F238E27FC236}">
                <a16:creationId xmlns:a16="http://schemas.microsoft.com/office/drawing/2014/main" id="{C9C5AF8C-9CF0-468C-A02B-0F41DF8DAF99}"/>
              </a:ext>
            </a:extLst>
          </p:cNvPr>
          <p:cNvSpPr/>
          <p:nvPr/>
        </p:nvSpPr>
        <p:spPr>
          <a:xfrm>
            <a:off x="1601285" y="4525937"/>
            <a:ext cx="425619" cy="40727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1BE4CBAD-0C4A-4145-8940-1ED6788E97CD}"/>
              </a:ext>
            </a:extLst>
          </p:cNvPr>
          <p:cNvSpPr txBox="1"/>
          <p:nvPr/>
        </p:nvSpPr>
        <p:spPr>
          <a:xfrm>
            <a:off x="1390113" y="5005310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Publish Subscribe</a:t>
            </a:r>
          </a:p>
        </p:txBody>
      </p:sp>
      <p:sp>
        <p:nvSpPr>
          <p:cNvPr id="79" name="Ovale 78">
            <a:extLst>
              <a:ext uri="{FF2B5EF4-FFF2-40B4-BE49-F238E27FC236}">
                <a16:creationId xmlns:a16="http://schemas.microsoft.com/office/drawing/2014/main" id="{874A5F7B-5B6F-40CA-867B-B3C251F891B6}"/>
              </a:ext>
            </a:extLst>
          </p:cNvPr>
          <p:cNvSpPr/>
          <p:nvPr/>
        </p:nvSpPr>
        <p:spPr>
          <a:xfrm>
            <a:off x="3449483" y="3330952"/>
            <a:ext cx="425619" cy="40727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80" name="Ovale 79">
            <a:extLst>
              <a:ext uri="{FF2B5EF4-FFF2-40B4-BE49-F238E27FC236}">
                <a16:creationId xmlns:a16="http://schemas.microsoft.com/office/drawing/2014/main" id="{5E20C8B0-716F-4F42-BFC3-E54A02DC7EAA}"/>
              </a:ext>
            </a:extLst>
          </p:cNvPr>
          <p:cNvSpPr/>
          <p:nvPr/>
        </p:nvSpPr>
        <p:spPr>
          <a:xfrm>
            <a:off x="4313291" y="3915987"/>
            <a:ext cx="425619" cy="40727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85" name="CasellaDiTesto 84">
            <a:extLst>
              <a:ext uri="{FF2B5EF4-FFF2-40B4-BE49-F238E27FC236}">
                <a16:creationId xmlns:a16="http://schemas.microsoft.com/office/drawing/2014/main" id="{3614AE12-E8C0-47E0-A1C8-94270F2DF79F}"/>
              </a:ext>
            </a:extLst>
          </p:cNvPr>
          <p:cNvSpPr txBox="1"/>
          <p:nvPr/>
        </p:nvSpPr>
        <p:spPr>
          <a:xfrm>
            <a:off x="3244283" y="2951865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Publish Subscribe</a:t>
            </a:r>
          </a:p>
        </p:txBody>
      </p:sp>
      <p:sp>
        <p:nvSpPr>
          <p:cNvPr id="86" name="CasellaDiTesto 85">
            <a:extLst>
              <a:ext uri="{FF2B5EF4-FFF2-40B4-BE49-F238E27FC236}">
                <a16:creationId xmlns:a16="http://schemas.microsoft.com/office/drawing/2014/main" id="{5B2FC0B0-FA39-4863-978E-D04DB73A90BD}"/>
              </a:ext>
            </a:extLst>
          </p:cNvPr>
          <p:cNvSpPr txBox="1"/>
          <p:nvPr/>
        </p:nvSpPr>
        <p:spPr>
          <a:xfrm>
            <a:off x="4100439" y="3465443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Booking </a:t>
            </a:r>
          </a:p>
          <a:p>
            <a:pPr algn="ctr"/>
            <a:r>
              <a:rPr lang="en-US" sz="1100" dirty="0"/>
              <a:t>Taxi</a:t>
            </a:r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9BF8E4C2-C184-4A78-84BA-A3CFC236639A}"/>
              </a:ext>
            </a:extLst>
          </p:cNvPr>
          <p:cNvSpPr/>
          <p:nvPr/>
        </p:nvSpPr>
        <p:spPr>
          <a:xfrm>
            <a:off x="5339362" y="4560181"/>
            <a:ext cx="425619" cy="40727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99" name="CasellaDiTesto 98">
            <a:extLst>
              <a:ext uri="{FF2B5EF4-FFF2-40B4-BE49-F238E27FC236}">
                <a16:creationId xmlns:a16="http://schemas.microsoft.com/office/drawing/2014/main" id="{ABF0E9E2-A28B-451E-98BF-722F29FA2289}"/>
              </a:ext>
            </a:extLst>
          </p:cNvPr>
          <p:cNvSpPr txBox="1"/>
          <p:nvPr/>
        </p:nvSpPr>
        <p:spPr>
          <a:xfrm>
            <a:off x="4890275" y="5016869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Publish Subscribe</a:t>
            </a:r>
          </a:p>
        </p:txBody>
      </p:sp>
      <p:cxnSp>
        <p:nvCxnSpPr>
          <p:cNvPr id="104" name="Connettore curvo 103">
            <a:extLst>
              <a:ext uri="{FF2B5EF4-FFF2-40B4-BE49-F238E27FC236}">
                <a16:creationId xmlns:a16="http://schemas.microsoft.com/office/drawing/2014/main" id="{CF76615E-0ADC-4577-AE4A-9EF77461F2CE}"/>
              </a:ext>
            </a:extLst>
          </p:cNvPr>
          <p:cNvCxnSpPr>
            <a:cxnSpLocks/>
            <a:stCxn id="18" idx="5"/>
            <a:endCxn id="28" idx="4"/>
          </p:cNvCxnSpPr>
          <p:nvPr/>
        </p:nvCxnSpPr>
        <p:spPr>
          <a:xfrm rot="16200000" flipH="1">
            <a:off x="8409186" y="-437678"/>
            <a:ext cx="38966" cy="5513140"/>
          </a:xfrm>
          <a:prstGeom prst="curvedConnector3">
            <a:avLst>
              <a:gd name="adj1" fmla="val 7102325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asellaDiTesto 107">
            <a:extLst>
              <a:ext uri="{FF2B5EF4-FFF2-40B4-BE49-F238E27FC236}">
                <a16:creationId xmlns:a16="http://schemas.microsoft.com/office/drawing/2014/main" id="{89B64D64-582C-4008-A3B1-B1B48EF5EF1F}"/>
              </a:ext>
            </a:extLst>
          </p:cNvPr>
          <p:cNvSpPr txBox="1"/>
          <p:nvPr/>
        </p:nvSpPr>
        <p:spPr>
          <a:xfrm>
            <a:off x="5616865" y="2544374"/>
            <a:ext cx="800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/>
              <a:t>xOr</a:t>
            </a:r>
            <a:r>
              <a:rPr lang="en-US" sz="900" dirty="0"/>
              <a:t> split</a:t>
            </a:r>
          </a:p>
          <a:p>
            <a:pPr algn="ctr"/>
            <a:r>
              <a:rPr lang="en-US" sz="900" dirty="0"/>
              <a:t>1% fail</a:t>
            </a:r>
          </a:p>
        </p:txBody>
      </p:sp>
      <p:sp>
        <p:nvSpPr>
          <p:cNvPr id="109" name="Ovale 108">
            <a:extLst>
              <a:ext uri="{FF2B5EF4-FFF2-40B4-BE49-F238E27FC236}">
                <a16:creationId xmlns:a16="http://schemas.microsoft.com/office/drawing/2014/main" id="{D9E3B839-EBA0-4A2C-9968-53BC3586AF42}"/>
              </a:ext>
            </a:extLst>
          </p:cNvPr>
          <p:cNvSpPr/>
          <p:nvPr/>
        </p:nvSpPr>
        <p:spPr>
          <a:xfrm>
            <a:off x="3451359" y="4543314"/>
            <a:ext cx="425619" cy="40727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732218D-A50D-4EF6-97E5-79028609D990}"/>
              </a:ext>
            </a:extLst>
          </p:cNvPr>
          <p:cNvCxnSpPr>
            <a:cxnSpLocks/>
            <a:stCxn id="93" idx="0"/>
            <a:endCxn id="6" idx="4"/>
          </p:cNvCxnSpPr>
          <p:nvPr/>
        </p:nvCxnSpPr>
        <p:spPr>
          <a:xfrm flipH="1" flipV="1">
            <a:off x="5551984" y="4190193"/>
            <a:ext cx="188" cy="369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ttore 2 115">
            <a:extLst>
              <a:ext uri="{FF2B5EF4-FFF2-40B4-BE49-F238E27FC236}">
                <a16:creationId xmlns:a16="http://schemas.microsoft.com/office/drawing/2014/main" id="{2B450FAA-57E5-45E0-A16E-8D9064B63E3E}"/>
              </a:ext>
            </a:extLst>
          </p:cNvPr>
          <p:cNvCxnSpPr>
            <a:cxnSpLocks/>
            <a:stCxn id="80" idx="3"/>
            <a:endCxn id="109" idx="6"/>
          </p:cNvCxnSpPr>
          <p:nvPr/>
        </p:nvCxnSpPr>
        <p:spPr>
          <a:xfrm flipH="1">
            <a:off x="3876978" y="4263615"/>
            <a:ext cx="498643" cy="483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CasellaDiTesto 118">
            <a:extLst>
              <a:ext uri="{FF2B5EF4-FFF2-40B4-BE49-F238E27FC236}">
                <a16:creationId xmlns:a16="http://schemas.microsoft.com/office/drawing/2014/main" id="{A19D1E1A-F1A6-4439-A109-98010EF2E376}"/>
              </a:ext>
            </a:extLst>
          </p:cNvPr>
          <p:cNvSpPr txBox="1"/>
          <p:nvPr/>
        </p:nvSpPr>
        <p:spPr>
          <a:xfrm>
            <a:off x="4663086" y="3967322"/>
            <a:ext cx="800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Or split</a:t>
            </a:r>
          </a:p>
          <a:p>
            <a:pPr algn="ctr"/>
            <a:r>
              <a:rPr lang="en-US" sz="900" dirty="0"/>
              <a:t>98% success</a:t>
            </a:r>
          </a:p>
        </p:txBody>
      </p:sp>
      <p:sp>
        <p:nvSpPr>
          <p:cNvPr id="120" name="CasellaDiTesto 119">
            <a:extLst>
              <a:ext uri="{FF2B5EF4-FFF2-40B4-BE49-F238E27FC236}">
                <a16:creationId xmlns:a16="http://schemas.microsoft.com/office/drawing/2014/main" id="{EC66FA2A-FDB8-455A-83B9-5A9FB2D31FBE}"/>
              </a:ext>
            </a:extLst>
          </p:cNvPr>
          <p:cNvSpPr txBox="1"/>
          <p:nvPr/>
        </p:nvSpPr>
        <p:spPr>
          <a:xfrm>
            <a:off x="3676647" y="3970347"/>
            <a:ext cx="800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Or split</a:t>
            </a:r>
          </a:p>
          <a:p>
            <a:pPr algn="ctr"/>
            <a:r>
              <a:rPr lang="en-US" sz="900" dirty="0"/>
              <a:t>2% fail</a:t>
            </a:r>
          </a:p>
        </p:txBody>
      </p:sp>
      <p:sp>
        <p:nvSpPr>
          <p:cNvPr id="132" name="CasellaDiTesto 131">
            <a:extLst>
              <a:ext uri="{FF2B5EF4-FFF2-40B4-BE49-F238E27FC236}">
                <a16:creationId xmlns:a16="http://schemas.microsoft.com/office/drawing/2014/main" id="{0712E628-A5FF-423A-80DF-5CBB4596DCBC}"/>
              </a:ext>
            </a:extLst>
          </p:cNvPr>
          <p:cNvSpPr txBox="1"/>
          <p:nvPr/>
        </p:nvSpPr>
        <p:spPr>
          <a:xfrm>
            <a:off x="7115204" y="1517683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Publish Subscribe</a:t>
            </a:r>
          </a:p>
        </p:txBody>
      </p:sp>
      <p:sp>
        <p:nvSpPr>
          <p:cNvPr id="135" name="CasellaDiTesto 134">
            <a:extLst>
              <a:ext uri="{FF2B5EF4-FFF2-40B4-BE49-F238E27FC236}">
                <a16:creationId xmlns:a16="http://schemas.microsoft.com/office/drawing/2014/main" id="{FCB609BB-BBC6-4C70-B6E0-5908C001E0A5}"/>
              </a:ext>
            </a:extLst>
          </p:cNvPr>
          <p:cNvSpPr txBox="1"/>
          <p:nvPr/>
        </p:nvSpPr>
        <p:spPr>
          <a:xfrm>
            <a:off x="8791200" y="1532663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Passenger load</a:t>
            </a:r>
          </a:p>
        </p:txBody>
      </p:sp>
      <p:sp>
        <p:nvSpPr>
          <p:cNvPr id="136" name="Ovale 135">
            <a:extLst>
              <a:ext uri="{FF2B5EF4-FFF2-40B4-BE49-F238E27FC236}">
                <a16:creationId xmlns:a16="http://schemas.microsoft.com/office/drawing/2014/main" id="{CAB30397-EF52-45B7-AF60-EB828383A2F3}"/>
              </a:ext>
            </a:extLst>
          </p:cNvPr>
          <p:cNvSpPr/>
          <p:nvPr/>
        </p:nvSpPr>
        <p:spPr>
          <a:xfrm>
            <a:off x="7302622" y="3044609"/>
            <a:ext cx="425619" cy="40727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39" name="CasellaDiTesto 138">
            <a:extLst>
              <a:ext uri="{FF2B5EF4-FFF2-40B4-BE49-F238E27FC236}">
                <a16:creationId xmlns:a16="http://schemas.microsoft.com/office/drawing/2014/main" id="{4ACB69DE-AA22-4739-8C09-4A1859066E71}"/>
              </a:ext>
            </a:extLst>
          </p:cNvPr>
          <p:cNvSpPr txBox="1"/>
          <p:nvPr/>
        </p:nvSpPr>
        <p:spPr>
          <a:xfrm>
            <a:off x="7126383" y="3621615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Publish Subscribe</a:t>
            </a:r>
          </a:p>
        </p:txBody>
      </p:sp>
      <p:sp>
        <p:nvSpPr>
          <p:cNvPr id="144" name="Ovale 143">
            <a:extLst>
              <a:ext uri="{FF2B5EF4-FFF2-40B4-BE49-F238E27FC236}">
                <a16:creationId xmlns:a16="http://schemas.microsoft.com/office/drawing/2014/main" id="{79F92D18-2658-4CDF-A7D9-301B55AB54AB}"/>
              </a:ext>
            </a:extLst>
          </p:cNvPr>
          <p:cNvSpPr/>
          <p:nvPr/>
        </p:nvSpPr>
        <p:spPr>
          <a:xfrm>
            <a:off x="8978618" y="3052694"/>
            <a:ext cx="425619" cy="40727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cxnSp>
        <p:nvCxnSpPr>
          <p:cNvPr id="145" name="Connettore 2 144">
            <a:extLst>
              <a:ext uri="{FF2B5EF4-FFF2-40B4-BE49-F238E27FC236}">
                <a16:creationId xmlns:a16="http://schemas.microsoft.com/office/drawing/2014/main" id="{A61EADEF-96C4-4F7D-9EE5-C8D670002C35}"/>
              </a:ext>
            </a:extLst>
          </p:cNvPr>
          <p:cNvCxnSpPr>
            <a:cxnSpLocks/>
            <a:stCxn id="136" idx="6"/>
            <a:endCxn id="144" idx="2"/>
          </p:cNvCxnSpPr>
          <p:nvPr/>
        </p:nvCxnSpPr>
        <p:spPr>
          <a:xfrm>
            <a:off x="7728241" y="3248245"/>
            <a:ext cx="1250377" cy="8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CasellaDiTesto 146">
            <a:extLst>
              <a:ext uri="{FF2B5EF4-FFF2-40B4-BE49-F238E27FC236}">
                <a16:creationId xmlns:a16="http://schemas.microsoft.com/office/drawing/2014/main" id="{837F2936-31A7-4F15-8D58-9EBBEB884287}"/>
              </a:ext>
            </a:extLst>
          </p:cNvPr>
          <p:cNvSpPr txBox="1"/>
          <p:nvPr/>
        </p:nvSpPr>
        <p:spPr>
          <a:xfrm>
            <a:off x="8791200" y="2593072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Taxi </a:t>
            </a:r>
          </a:p>
          <a:p>
            <a:pPr algn="ctr"/>
            <a:r>
              <a:rPr lang="en-US" sz="1100" dirty="0"/>
              <a:t>pay</a:t>
            </a:r>
          </a:p>
        </p:txBody>
      </p:sp>
      <p:sp>
        <p:nvSpPr>
          <p:cNvPr id="154" name="CasellaDiTesto 153">
            <a:extLst>
              <a:ext uri="{FF2B5EF4-FFF2-40B4-BE49-F238E27FC236}">
                <a16:creationId xmlns:a16="http://schemas.microsoft.com/office/drawing/2014/main" id="{BDB70ADA-CB44-4C9E-A1D4-354E4119BDD8}"/>
              </a:ext>
            </a:extLst>
          </p:cNvPr>
          <p:cNvSpPr txBox="1"/>
          <p:nvPr/>
        </p:nvSpPr>
        <p:spPr>
          <a:xfrm>
            <a:off x="5806734" y="2160809"/>
            <a:ext cx="1044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/>
              <a:t>xOr</a:t>
            </a:r>
            <a:r>
              <a:rPr lang="en-US" sz="900" dirty="0"/>
              <a:t> split</a:t>
            </a:r>
          </a:p>
          <a:p>
            <a:pPr algn="ctr"/>
            <a:r>
              <a:rPr lang="en-US" sz="900" dirty="0"/>
              <a:t>99% success</a:t>
            </a:r>
          </a:p>
        </p:txBody>
      </p: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5B99906C-D9A3-44C0-94AE-C5512DD5D470}"/>
              </a:ext>
            </a:extLst>
          </p:cNvPr>
          <p:cNvSpPr txBox="1"/>
          <p:nvPr/>
        </p:nvSpPr>
        <p:spPr>
          <a:xfrm>
            <a:off x="4741984" y="2248047"/>
            <a:ext cx="800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And join</a:t>
            </a:r>
          </a:p>
        </p:txBody>
      </p:sp>
      <p:cxnSp>
        <p:nvCxnSpPr>
          <p:cNvPr id="160" name="Connettore 2 159">
            <a:extLst>
              <a:ext uri="{FF2B5EF4-FFF2-40B4-BE49-F238E27FC236}">
                <a16:creationId xmlns:a16="http://schemas.microsoft.com/office/drawing/2014/main" id="{BAC85C26-FC82-418E-9542-65DAA9162418}"/>
              </a:ext>
            </a:extLst>
          </p:cNvPr>
          <p:cNvCxnSpPr>
            <a:cxnSpLocks/>
            <a:stCxn id="109" idx="2"/>
            <a:endCxn id="53" idx="5"/>
          </p:cNvCxnSpPr>
          <p:nvPr/>
        </p:nvCxnSpPr>
        <p:spPr>
          <a:xfrm flipH="1" flipV="1">
            <a:off x="2912445" y="4247044"/>
            <a:ext cx="538914" cy="499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CasellaDiTesto 165">
            <a:extLst>
              <a:ext uri="{FF2B5EF4-FFF2-40B4-BE49-F238E27FC236}">
                <a16:creationId xmlns:a16="http://schemas.microsoft.com/office/drawing/2014/main" id="{4FC5AA83-4037-4345-93A2-7C500600C850}"/>
              </a:ext>
            </a:extLst>
          </p:cNvPr>
          <p:cNvSpPr txBox="1"/>
          <p:nvPr/>
        </p:nvSpPr>
        <p:spPr>
          <a:xfrm>
            <a:off x="803059" y="3500716"/>
            <a:ext cx="10441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Taxi Data</a:t>
            </a:r>
          </a:p>
          <a:p>
            <a:pPr algn="ctr"/>
            <a:r>
              <a:rPr lang="en-US" sz="1100" dirty="0"/>
              <a:t>Storage</a:t>
            </a:r>
          </a:p>
        </p:txBody>
      </p:sp>
      <p:sp>
        <p:nvSpPr>
          <p:cNvPr id="174" name="CasellaDiTesto 173">
            <a:extLst>
              <a:ext uri="{FF2B5EF4-FFF2-40B4-BE49-F238E27FC236}">
                <a16:creationId xmlns:a16="http://schemas.microsoft.com/office/drawing/2014/main" id="{49891BB0-DA67-4CE8-B2F9-4D6206FB2800}"/>
              </a:ext>
            </a:extLst>
          </p:cNvPr>
          <p:cNvSpPr txBox="1"/>
          <p:nvPr/>
        </p:nvSpPr>
        <p:spPr>
          <a:xfrm>
            <a:off x="3233502" y="4987156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Publish Subscribe</a:t>
            </a:r>
          </a:p>
        </p:txBody>
      </p:sp>
      <p:sp>
        <p:nvSpPr>
          <p:cNvPr id="178" name="Ovale 177">
            <a:extLst>
              <a:ext uri="{FF2B5EF4-FFF2-40B4-BE49-F238E27FC236}">
                <a16:creationId xmlns:a16="http://schemas.microsoft.com/office/drawing/2014/main" id="{2B81B888-541E-4836-98F7-37974AA7AD77}"/>
              </a:ext>
            </a:extLst>
          </p:cNvPr>
          <p:cNvSpPr/>
          <p:nvPr/>
        </p:nvSpPr>
        <p:spPr>
          <a:xfrm>
            <a:off x="7302622" y="4030955"/>
            <a:ext cx="425619" cy="40727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79" name="CasellaDiTesto 178">
            <a:extLst>
              <a:ext uri="{FF2B5EF4-FFF2-40B4-BE49-F238E27FC236}">
                <a16:creationId xmlns:a16="http://schemas.microsoft.com/office/drawing/2014/main" id="{42188838-86CC-4405-ABB3-AEDDE795DA2C}"/>
              </a:ext>
            </a:extLst>
          </p:cNvPr>
          <p:cNvSpPr txBox="1"/>
          <p:nvPr/>
        </p:nvSpPr>
        <p:spPr>
          <a:xfrm>
            <a:off x="7148556" y="2478328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Publish Subscribe</a:t>
            </a:r>
          </a:p>
        </p:txBody>
      </p:sp>
      <p:cxnSp>
        <p:nvCxnSpPr>
          <p:cNvPr id="180" name="Connettore 2 179">
            <a:extLst>
              <a:ext uri="{FF2B5EF4-FFF2-40B4-BE49-F238E27FC236}">
                <a16:creationId xmlns:a16="http://schemas.microsoft.com/office/drawing/2014/main" id="{560B1913-5F3B-464B-8109-5EB3ABB379C5}"/>
              </a:ext>
            </a:extLst>
          </p:cNvPr>
          <p:cNvCxnSpPr>
            <a:cxnSpLocks/>
            <a:stCxn id="144" idx="4"/>
            <a:endCxn id="178" idx="7"/>
          </p:cNvCxnSpPr>
          <p:nvPr/>
        </p:nvCxnSpPr>
        <p:spPr>
          <a:xfrm flipH="1">
            <a:off x="7665911" y="3459965"/>
            <a:ext cx="1525517" cy="630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ttore 2 182">
            <a:extLst>
              <a:ext uri="{FF2B5EF4-FFF2-40B4-BE49-F238E27FC236}">
                <a16:creationId xmlns:a16="http://schemas.microsoft.com/office/drawing/2014/main" id="{E712CD20-5136-4426-8769-0504F91C0B77}"/>
              </a:ext>
            </a:extLst>
          </p:cNvPr>
          <p:cNvCxnSpPr>
            <a:cxnSpLocks/>
            <a:stCxn id="178" idx="6"/>
            <a:endCxn id="33" idx="2"/>
          </p:cNvCxnSpPr>
          <p:nvPr/>
        </p:nvCxnSpPr>
        <p:spPr>
          <a:xfrm flipV="1">
            <a:off x="7728241" y="4214735"/>
            <a:ext cx="1292308" cy="19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CasellaDiTesto 140">
            <a:extLst>
              <a:ext uri="{FF2B5EF4-FFF2-40B4-BE49-F238E27FC236}">
                <a16:creationId xmlns:a16="http://schemas.microsoft.com/office/drawing/2014/main" id="{8A9F4C84-DC0E-4A65-8BF9-0232E7F88C35}"/>
              </a:ext>
            </a:extLst>
          </p:cNvPr>
          <p:cNvSpPr txBox="1"/>
          <p:nvPr/>
        </p:nvSpPr>
        <p:spPr>
          <a:xfrm>
            <a:off x="1801212" y="2299309"/>
            <a:ext cx="800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And split</a:t>
            </a:r>
          </a:p>
        </p:txBody>
      </p:sp>
      <p:sp>
        <p:nvSpPr>
          <p:cNvPr id="143" name="CasellaDiTesto 142">
            <a:extLst>
              <a:ext uri="{FF2B5EF4-FFF2-40B4-BE49-F238E27FC236}">
                <a16:creationId xmlns:a16="http://schemas.microsoft.com/office/drawing/2014/main" id="{74538CB6-A5AF-478F-84A0-8167A5B79EBE}"/>
              </a:ext>
            </a:extLst>
          </p:cNvPr>
          <p:cNvSpPr txBox="1"/>
          <p:nvPr/>
        </p:nvSpPr>
        <p:spPr>
          <a:xfrm>
            <a:off x="2361739" y="4371267"/>
            <a:ext cx="800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/>
              <a:t>Xor</a:t>
            </a:r>
            <a:r>
              <a:rPr lang="en-US" sz="900" dirty="0"/>
              <a:t> join</a:t>
            </a:r>
          </a:p>
        </p:txBody>
      </p: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F105C642-AF85-4758-86E0-F18720A56130}"/>
              </a:ext>
            </a:extLst>
          </p:cNvPr>
          <p:cNvCxnSpPr>
            <a:cxnSpLocks/>
            <a:stCxn id="33" idx="6"/>
            <a:endCxn id="28" idx="3"/>
          </p:cNvCxnSpPr>
          <p:nvPr/>
        </p:nvCxnSpPr>
        <p:spPr>
          <a:xfrm flipV="1">
            <a:off x="9446168" y="2278732"/>
            <a:ext cx="1588591" cy="1936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153A7B2C-5382-4CC4-9410-076489E32AD6}"/>
              </a:ext>
            </a:extLst>
          </p:cNvPr>
          <p:cNvSpPr txBox="1"/>
          <p:nvPr/>
        </p:nvSpPr>
        <p:spPr>
          <a:xfrm>
            <a:off x="10558230" y="2530141"/>
            <a:ext cx="800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/>
              <a:t>XOr</a:t>
            </a:r>
            <a:r>
              <a:rPr lang="en-US" sz="900" dirty="0"/>
              <a:t> join</a:t>
            </a:r>
          </a:p>
        </p:txBody>
      </p:sp>
      <p:cxnSp>
        <p:nvCxnSpPr>
          <p:cNvPr id="110" name="Connettore 2 109">
            <a:extLst>
              <a:ext uri="{FF2B5EF4-FFF2-40B4-BE49-F238E27FC236}">
                <a16:creationId xmlns:a16="http://schemas.microsoft.com/office/drawing/2014/main" id="{44A3A7AE-B79F-4FC4-AC85-8A8466A0CB54}"/>
              </a:ext>
            </a:extLst>
          </p:cNvPr>
          <p:cNvCxnSpPr>
            <a:cxnSpLocks/>
            <a:stCxn id="162" idx="0"/>
            <a:endCxn id="18" idx="4"/>
          </p:cNvCxnSpPr>
          <p:nvPr/>
        </p:nvCxnSpPr>
        <p:spPr>
          <a:xfrm flipH="1" flipV="1">
            <a:off x="5521620" y="2359052"/>
            <a:ext cx="13974" cy="493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Ovale 161">
            <a:extLst>
              <a:ext uri="{FF2B5EF4-FFF2-40B4-BE49-F238E27FC236}">
                <a16:creationId xmlns:a16="http://schemas.microsoft.com/office/drawing/2014/main" id="{84D33EFE-A731-4F6C-829B-0BC93DE35121}"/>
              </a:ext>
            </a:extLst>
          </p:cNvPr>
          <p:cNvSpPr/>
          <p:nvPr/>
        </p:nvSpPr>
        <p:spPr>
          <a:xfrm>
            <a:off x="5322784" y="2852506"/>
            <a:ext cx="425619" cy="40727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cxnSp>
        <p:nvCxnSpPr>
          <p:cNvPr id="164" name="Connettore 2 163">
            <a:extLst>
              <a:ext uri="{FF2B5EF4-FFF2-40B4-BE49-F238E27FC236}">
                <a16:creationId xmlns:a16="http://schemas.microsoft.com/office/drawing/2014/main" id="{B02B7ED4-D719-4F30-A94F-EC68937524B0}"/>
              </a:ext>
            </a:extLst>
          </p:cNvPr>
          <p:cNvCxnSpPr>
            <a:cxnSpLocks/>
            <a:stCxn id="6" idx="0"/>
            <a:endCxn id="162" idx="4"/>
          </p:cNvCxnSpPr>
          <p:nvPr/>
        </p:nvCxnSpPr>
        <p:spPr>
          <a:xfrm flipH="1" flipV="1">
            <a:off x="5535594" y="3259777"/>
            <a:ext cx="16390" cy="52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CasellaDiTesto 168">
            <a:extLst>
              <a:ext uri="{FF2B5EF4-FFF2-40B4-BE49-F238E27FC236}">
                <a16:creationId xmlns:a16="http://schemas.microsoft.com/office/drawing/2014/main" id="{0B7C288E-28E4-4249-AA12-164802D6FAF1}"/>
              </a:ext>
            </a:extLst>
          </p:cNvPr>
          <p:cNvSpPr txBox="1"/>
          <p:nvPr/>
        </p:nvSpPr>
        <p:spPr>
          <a:xfrm>
            <a:off x="4653868" y="2862778"/>
            <a:ext cx="800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Publish Subscribe</a:t>
            </a:r>
          </a:p>
        </p:txBody>
      </p:sp>
    </p:spTree>
    <p:extLst>
      <p:ext uri="{BB962C8B-B14F-4D97-AF65-F5344CB8AC3E}">
        <p14:creationId xmlns:p14="http://schemas.microsoft.com/office/powerpoint/2010/main" val="7383292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71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Rosa Varchera</dc:creator>
  <cp:lastModifiedBy>GIUSEPPE PAPUZZO</cp:lastModifiedBy>
  <cp:revision>57</cp:revision>
  <dcterms:created xsi:type="dcterms:W3CDTF">2025-03-19T12:47:11Z</dcterms:created>
  <dcterms:modified xsi:type="dcterms:W3CDTF">2025-04-15T07:36:27Z</dcterms:modified>
</cp:coreProperties>
</file>